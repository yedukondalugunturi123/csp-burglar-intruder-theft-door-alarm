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7" autoAdjust="0"/>
    <p:restoredTop sz="94610"/>
  </p:normalViewPr>
  <p:slideViewPr>
    <p:cSldViewPr snapToGrid="0" snapToObjects="1">
      <p:cViewPr>
        <p:scale>
          <a:sx n="72" d="100"/>
          <a:sy n="72" d="100"/>
        </p:scale>
        <p:origin x="36" y="-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7989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878"/>
            <a:ext cx="12188952" cy="6858000"/>
          </a:xfrm>
          <a:prstGeom prst="rect">
            <a:avLst/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103120"/>
            <a:ext cx="5943600" cy="5943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-2377440" y="4754880"/>
            <a:ext cx="5029200" cy="5029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9464040" y="1417320"/>
            <a:ext cx="1737360" cy="2514600"/>
          </a:xfrm>
          <a:prstGeom prst="rect">
            <a:avLst/>
          </a:prstGeom>
          <a:solidFill>
            <a:srgbClr val="CADCF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35640" y="2587752"/>
            <a:ext cx="137160" cy="1371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0" y="1234440"/>
            <a:ext cx="320040" cy="320040"/>
          </a:xfrm>
          <a:prstGeom prst="ellipse">
            <a:avLst/>
          </a:prstGeom>
          <a:solidFill>
            <a:srgbClr val="3ED6C5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0" y="12161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744200" y="1005840"/>
            <a:ext cx="768096" cy="768096"/>
          </a:xfrm>
          <a:prstGeom prst="ellipse">
            <a:avLst/>
          </a:prstGeom>
          <a:ln w="13970">
            <a:solidFill>
              <a:srgbClr val="3ED6C5">
                <a:alpha val="7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469880" y="731520"/>
            <a:ext cx="1316736" cy="1316736"/>
          </a:xfrm>
          <a:prstGeom prst="ellipse">
            <a:avLst/>
          </a:prstGeom>
          <a:ln w="13970">
            <a:solidFill>
              <a:srgbClr val="3ED6C5">
                <a:alpha val="7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195560" y="457200"/>
            <a:ext cx="1865376" cy="1865376"/>
          </a:xfrm>
          <a:prstGeom prst="ellipse">
            <a:avLst/>
          </a:prstGeom>
          <a:ln w="13970">
            <a:solidFill>
              <a:srgbClr val="3ED6C5">
                <a:alpha val="7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5029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ED6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No. 6   |   COMMUNITY SERVICE PROJECT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914400"/>
            <a:ext cx="8412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Burglar / Intruder / Theft</a:t>
            </a:r>
            <a:endParaRPr lang="en-US" sz="3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Door Alarm with Buzzer</a:t>
            </a:r>
            <a:endParaRPr lang="en-US" sz="3800" dirty="0"/>
          </a:p>
        </p:txBody>
      </p:sp>
      <p:sp>
        <p:nvSpPr>
          <p:cNvPr id="14" name="Shape 12"/>
          <p:cNvSpPr/>
          <p:nvPr/>
        </p:nvSpPr>
        <p:spPr>
          <a:xfrm>
            <a:off x="548640" y="2697480"/>
            <a:ext cx="8595360" cy="868680"/>
          </a:xfrm>
          <a:prstGeom prst="rect">
            <a:avLst/>
          </a:prstGeom>
          <a:solidFill>
            <a:srgbClr val="2B3570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" y="27889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3ED6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13232" y="30632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(AI &amp; ML)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862072" y="27889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3ED6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862072" y="30632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10912" y="27889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3ED6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NO.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10912" y="30632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159752" y="27889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3ED6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159752" y="30632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B. Venkateswara Reddy</a:t>
            </a:r>
          </a:p>
        </p:txBody>
      </p:sp>
      <p:sp>
        <p:nvSpPr>
          <p:cNvPr id="23" name="Text 21"/>
          <p:cNvSpPr/>
          <p:nvPr/>
        </p:nvSpPr>
        <p:spPr>
          <a:xfrm>
            <a:off x="54864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ED6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160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24BQ1A4288   </a:t>
            </a: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Venkata Siva Prasad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48640" y="4572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24BQ1A42B9   </a:t>
            </a: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Mahesh Reddy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548640" y="4983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24BQ1A42B7   </a:t>
            </a: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</a:t>
            </a:r>
            <a:r>
              <a:rPr lang="en-US" sz="14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Yedukondalu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Burglar / Intruder / Theft Door Alarm with Buzzer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Introduction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371600" cy="502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486400" cy="4434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00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ED6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Burglary and unauthorized entry are common security concerns. Traditional locks alone give no immediate warning. A low-cost electronic alarm can alert people the moment an intruder attempts to enter.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3520440"/>
            <a:ext cx="292608" cy="292608"/>
          </a:xfrm>
          <a:prstGeom prst="ellipse">
            <a:avLst/>
          </a:prstGeom>
          <a:solidFill>
            <a:srgbClr val="3ED6C5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520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8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768" dirty="0"/>
          </a:p>
        </p:txBody>
      </p:sp>
      <p:sp>
        <p:nvSpPr>
          <p:cNvPr id="9" name="Text 7"/>
          <p:cNvSpPr/>
          <p:nvPr/>
        </p:nvSpPr>
        <p:spPr>
          <a:xfrm>
            <a:off x="1261872" y="34930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burglary in homes &amp; rural areas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4032504"/>
            <a:ext cx="292608" cy="292608"/>
          </a:xfrm>
          <a:prstGeom prst="ellipse">
            <a:avLst/>
          </a:prstGeom>
          <a:solidFill>
            <a:srgbClr val="3ED6C5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032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8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768" dirty="0"/>
          </a:p>
        </p:txBody>
      </p:sp>
      <p:sp>
        <p:nvSpPr>
          <p:cNvPr id="12" name="Text 10"/>
          <p:cNvSpPr/>
          <p:nvPr/>
        </p:nvSpPr>
        <p:spPr>
          <a:xfrm>
            <a:off x="1261872" y="400507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affordable security systems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544568"/>
            <a:ext cx="292608" cy="292608"/>
          </a:xfrm>
          <a:prstGeom prst="ellipse">
            <a:avLst/>
          </a:prstGeom>
          <a:solidFill>
            <a:srgbClr val="3ED6C5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544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8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768" dirty="0"/>
          </a:p>
        </p:txBody>
      </p:sp>
      <p:sp>
        <p:nvSpPr>
          <p:cNvPr id="15" name="Text 13"/>
          <p:cNvSpPr/>
          <p:nvPr/>
        </p:nvSpPr>
        <p:spPr>
          <a:xfrm>
            <a:off x="1261872" y="451713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immediate, audible alerts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" y="5056632"/>
            <a:ext cx="292608" cy="292608"/>
          </a:xfrm>
          <a:prstGeom prst="ellipse">
            <a:avLst/>
          </a:prstGeom>
          <a:solidFill>
            <a:srgbClr val="3ED6C5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056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8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768" dirty="0"/>
          </a:p>
        </p:txBody>
      </p:sp>
      <p:sp>
        <p:nvSpPr>
          <p:cNvPr id="18" name="Text 16"/>
          <p:cNvSpPr/>
          <p:nvPr/>
        </p:nvSpPr>
        <p:spPr>
          <a:xfrm>
            <a:off x="1261872" y="50292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easy installation &amp; maintenance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46520" y="16002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46520" y="196596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uses sensors to detect unauthorized door entry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Arduino Nano processes the sensor signal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buzzer produces a loud audible alarm when intrusion is detected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is a simple, low-cost security system anyone can build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446520" y="4572000"/>
            <a:ext cx="5120640" cy="105156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457200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door sensor and motion sensor work together with Arduino to instantly flag unauthorized access.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Burglar / Intruder / Theft Door Alarm with Buzzer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&amp; Components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371600" cy="502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27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24128" y="163677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unauthorized door opening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94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20370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intruder movement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761488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761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24128" y="277063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an alarm immediately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328416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3284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24128" y="33375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low-cost security solution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89534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895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24128" y="390448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system simple &amp; easy to maintain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89320" y="1234440"/>
            <a:ext cx="0" cy="457200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12344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COMPONENTS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55080" y="1627632"/>
            <a:ext cx="260604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1737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Nano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92240" y="21305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sensor signals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189720" y="1627632"/>
            <a:ext cx="260604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9326880" y="1737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Magnetic Reed Switch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326880" y="21305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door opening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55080" y="2788920"/>
            <a:ext cx="260604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289864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 Motion Sensor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92240" y="32918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intruder movement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189720" y="2788920"/>
            <a:ext cx="260604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9326880" y="289864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Module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326880" y="32918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the buzzer circuit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355080" y="3950208"/>
            <a:ext cx="260604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5" name="Text 33"/>
          <p:cNvSpPr/>
          <p:nvPr/>
        </p:nvSpPr>
        <p:spPr>
          <a:xfrm>
            <a:off x="6492240" y="405993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92240" y="445312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Sounds the audible alarm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189720" y="3950208"/>
            <a:ext cx="260604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8" name="Text 36"/>
          <p:cNvSpPr/>
          <p:nvPr/>
        </p:nvSpPr>
        <p:spPr>
          <a:xfrm>
            <a:off x="9326880" y="405993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/ Power Supply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326880" y="445312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the whole circuit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Burglar / Intruder / Theft Door Alarm with Buzzer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Circuit Diagram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371600" cy="50292"/>
          </a:xfrm>
          <a:prstGeom prst="rect">
            <a:avLst/>
          </a:prstGeom>
          <a:solidFill>
            <a:srgbClr val="3ED6C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Sensor + PIR Sensor  →  Arduino Nano  →  Relay Module  →  Buzzer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892040" y="2331720"/>
            <a:ext cx="2377440" cy="2194560"/>
          </a:xfrm>
          <a:prstGeom prst="rect">
            <a:avLst/>
          </a:prstGeom>
          <a:solidFill>
            <a:srgbClr val="2E7D6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92040" y="24414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NANO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0" y="2898648"/>
            <a:ext cx="822960" cy="502920"/>
          </a:xfrm>
          <a:prstGeom prst="rect">
            <a:avLst/>
          </a:prstGeom>
          <a:solidFill>
            <a:srgbClr val="1B2440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0" y="289864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931920" y="24963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3ED6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931920" y="29535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3ED6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00" y="295351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3ED6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D8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931920" y="400507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3ED6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315200" y="400507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3ED6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VIN/5V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246888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CADC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46888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Sensor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(Magnetic Reed Switch)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514600" y="2857500"/>
            <a:ext cx="1417320" cy="0"/>
          </a:xfrm>
          <a:prstGeom prst="line">
            <a:avLst/>
          </a:prstGeom>
          <a:noFill/>
          <a:ln w="25400">
            <a:solidFill>
              <a:srgbClr val="3ED6C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31920" y="2857500"/>
            <a:ext cx="0" cy="0"/>
          </a:xfrm>
          <a:prstGeom prst="line">
            <a:avLst/>
          </a:prstGeom>
          <a:noFill/>
          <a:ln w="25400">
            <a:solidFill>
              <a:srgbClr val="3ED6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31920" y="2788920"/>
            <a:ext cx="960120" cy="0"/>
          </a:xfrm>
          <a:prstGeom prst="line">
            <a:avLst/>
          </a:prstGeom>
          <a:noFill/>
          <a:ln w="25400">
            <a:solidFill>
              <a:srgbClr val="3ED6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56616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CADC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56616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 Motion Sensor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(Detects movement)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514600" y="3954780"/>
            <a:ext cx="1417320" cy="0"/>
          </a:xfrm>
          <a:prstGeom prst="line">
            <a:avLst/>
          </a:prstGeom>
          <a:noFill/>
          <a:ln w="25400">
            <a:solidFill>
              <a:srgbClr val="3ED6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31920" y="3954780"/>
            <a:ext cx="0" cy="708660"/>
          </a:xfrm>
          <a:prstGeom prst="line">
            <a:avLst/>
          </a:prstGeom>
          <a:noFill/>
          <a:ln w="25400">
            <a:solidFill>
              <a:srgbClr val="3ED6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931920" y="3246120"/>
            <a:ext cx="960120" cy="0"/>
          </a:xfrm>
          <a:prstGeom prst="line">
            <a:avLst/>
          </a:prstGeom>
          <a:noFill/>
          <a:ln w="25400">
            <a:solidFill>
              <a:srgbClr val="3ED6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288036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F4B9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83880" y="288036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Module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269480" y="3246120"/>
            <a:ext cx="914400" cy="0"/>
          </a:xfrm>
          <a:prstGeom prst="line">
            <a:avLst/>
          </a:prstGeom>
          <a:noFill/>
          <a:ln w="25400">
            <a:solidFill>
              <a:srgbClr val="3ED6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378440" y="2880360"/>
            <a:ext cx="1280160" cy="777240"/>
          </a:xfrm>
          <a:prstGeom prst="roundRect">
            <a:avLst>
              <a:gd name="adj" fmla="val 9412"/>
            </a:avLst>
          </a:prstGeom>
          <a:solidFill>
            <a:srgbClr val="3ED6C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378440" y="288036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966960" y="3268980"/>
            <a:ext cx="411480" cy="0"/>
          </a:xfrm>
          <a:prstGeom prst="line">
            <a:avLst/>
          </a:prstGeom>
          <a:noFill/>
          <a:ln w="25400">
            <a:solidFill>
              <a:srgbClr val="3ED6C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83880" y="3931920"/>
            <a:ext cx="1783080" cy="685800"/>
          </a:xfrm>
          <a:prstGeom prst="roundRect">
            <a:avLst>
              <a:gd name="adj" fmla="val 10667"/>
            </a:avLst>
          </a:prstGeom>
          <a:solidFill>
            <a:srgbClr val="2B357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83880" y="39319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/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Supply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269480" y="4297680"/>
            <a:ext cx="914400" cy="0"/>
          </a:xfrm>
          <a:prstGeom prst="line">
            <a:avLst/>
          </a:prstGeom>
          <a:noFill/>
          <a:ln w="25400">
            <a:solidFill>
              <a:srgbClr val="FF6B6B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 flipV="1">
            <a:off x="9075420" y="3931920"/>
            <a:ext cx="0" cy="365760"/>
          </a:xfrm>
          <a:prstGeom prst="line">
            <a:avLst/>
          </a:prstGeom>
          <a:noFill/>
          <a:ln w="25400">
            <a:solidFill>
              <a:srgbClr val="FF6B6B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548640" y="4846320"/>
            <a:ext cx="4023360" cy="0"/>
          </a:xfrm>
          <a:prstGeom prst="line">
            <a:avLst/>
          </a:prstGeom>
          <a:noFill/>
          <a:ln w="19050">
            <a:solidFill>
              <a:srgbClr val="5B6584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548640" y="4919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GND Rail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0" y="4297680"/>
            <a:ext cx="0" cy="548640"/>
          </a:xfrm>
          <a:prstGeom prst="line">
            <a:avLst/>
          </a:prstGeom>
          <a:noFill/>
          <a:ln w="19050">
            <a:solidFill>
              <a:srgbClr val="5B6584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548640" y="5989320"/>
            <a:ext cx="320040" cy="0"/>
          </a:xfrm>
          <a:prstGeom prst="line">
            <a:avLst/>
          </a:prstGeom>
          <a:noFill/>
          <a:ln w="25400">
            <a:solidFill>
              <a:srgbClr val="3ED6C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58704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wire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377440" y="5989320"/>
            <a:ext cx="320040" cy="0"/>
          </a:xfrm>
          <a:prstGeom prst="line">
            <a:avLst/>
          </a:prstGeom>
          <a:noFill/>
          <a:ln w="25400">
            <a:solidFill>
              <a:srgbClr val="FF6B6B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2743200" y="58704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(+)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114800" y="5989320"/>
            <a:ext cx="320040" cy="0"/>
          </a:xfrm>
          <a:prstGeom prst="line">
            <a:avLst/>
          </a:prstGeom>
          <a:noFill/>
          <a:ln w="19050">
            <a:solidFill>
              <a:srgbClr val="5B6584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4480560" y="58704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(GND)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48640" y="63093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Reed switch (D2) &amp; PIR sensor (D3) send signals to Arduino → Arduino drives relay (D8) → relay switches buzzer ON.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Burglar / Intruder / Theft Door Alarm with Buzzer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ChatGPT_Image_Aug_16__2026__10_51_15_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2560" y="320040"/>
            <a:ext cx="9326880" cy="6217920"/>
          </a:xfrm>
          <a:prstGeom prst="rect">
            <a:avLst/>
          </a:prstGeom>
        </p:spPr>
      </p:pic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Burglar / Intruder / Theft Door Alarm with Buzzer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Advantages, Applications &amp; Future Scope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371600" cy="502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27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60934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cost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112264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122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209397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install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596896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5968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57860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operation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081528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081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30632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audible alert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566160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566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35478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power consumption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050792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050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403250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maintenance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434840" y="1234440"/>
            <a:ext cx="0" cy="457200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12344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00600" y="1627632"/>
            <a:ext cx="3429000" cy="411480"/>
          </a:xfrm>
          <a:prstGeom prst="rect">
            <a:avLst/>
          </a:prstGeom>
          <a:solidFill>
            <a:srgbClr val="F4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1627632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800600" y="2112264"/>
            <a:ext cx="3429000" cy="411480"/>
          </a:xfrm>
          <a:prstGeom prst="rect">
            <a:avLst/>
          </a:prstGeom>
          <a:solidFill>
            <a:srgbClr val="F4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2112264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800600" y="2596896"/>
            <a:ext cx="3429000" cy="411480"/>
          </a:xfrm>
          <a:prstGeom prst="rect">
            <a:avLst/>
          </a:prstGeom>
          <a:solidFill>
            <a:srgbClr val="F4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2596896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800600" y="3081528"/>
            <a:ext cx="3429000" cy="411480"/>
          </a:xfrm>
          <a:prstGeom prst="rect">
            <a:avLst/>
          </a:prstGeom>
          <a:solidFill>
            <a:srgbClr val="F4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3081528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Classrooms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800600" y="3566160"/>
            <a:ext cx="3429000" cy="411480"/>
          </a:xfrm>
          <a:prstGeom prst="rect">
            <a:avLst/>
          </a:prstGeom>
          <a:solidFill>
            <a:srgbClr val="F4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356616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warehouses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4800600" y="4050792"/>
            <a:ext cx="3429000" cy="411480"/>
          </a:xfrm>
          <a:prstGeom prst="rect">
            <a:avLst/>
          </a:prstGeom>
          <a:solidFill>
            <a:srgbClr val="F4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4050792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rooms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8458200" y="1234440"/>
            <a:ext cx="3200400" cy="4572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8" name="Text 36"/>
          <p:cNvSpPr/>
          <p:nvPr/>
        </p:nvSpPr>
        <p:spPr>
          <a:xfrm>
            <a:off x="8686800" y="1417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ED6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686800" y="18288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GSM/SMS alerts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686800" y="23957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Wi-Fi / IoT connectivity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686800" y="296265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Mobile application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686800" y="352958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Camera integration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686800" y="409651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Cloud monitoring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686800" y="46634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Solar power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Burglar / Intruder / Theft Door Alarm with Buzzer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 &amp; 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371600" cy="50292"/>
          </a:xfrm>
          <a:prstGeom prst="rect">
            <a:avLst/>
          </a:prstGeom>
          <a:solidFill>
            <a:srgbClr val="3ED6C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ED6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74320" cy="274320"/>
          </a:xfrm>
          <a:prstGeom prst="ellipse">
            <a:avLst/>
          </a:prstGeom>
          <a:solidFill>
            <a:srgbClr val="3ED6C5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67335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unauthorized entry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274320" cy="274320"/>
          </a:xfrm>
          <a:prstGeom prst="ellipse">
            <a:avLst/>
          </a:prstGeom>
          <a:solidFill>
            <a:srgbClr val="3ED6C5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194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217627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an immediate buzzer alert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2697480"/>
            <a:ext cx="274320" cy="274320"/>
          </a:xfrm>
          <a:prstGeom prst="ellipse">
            <a:avLst/>
          </a:prstGeom>
          <a:solidFill>
            <a:srgbClr val="3ED6C5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267919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awareness of intrusion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3200400"/>
            <a:ext cx="274320" cy="274320"/>
          </a:xfrm>
          <a:prstGeom prst="ellipse">
            <a:avLst/>
          </a:prstGeom>
          <a:solidFill>
            <a:srgbClr val="3ED6C5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200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318211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an affordable security system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3794760"/>
            <a:ext cx="6766560" cy="1463040"/>
          </a:xfrm>
          <a:prstGeom prst="rect">
            <a:avLst/>
          </a:prstGeom>
          <a:solidFill>
            <a:srgbClr val="2B3570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95020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3ED6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4224528"/>
            <a:ext cx="6217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Burglar / Intruder / Theft Door Alarm with Buzzer provides a simple, affordable and effective first level of protection against unauthorized entry, easy to implement for homes and small establishments.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0" y="1280160"/>
            <a:ext cx="3886200" cy="4892040"/>
          </a:xfrm>
          <a:prstGeom prst="rect">
            <a:avLst/>
          </a:prstGeom>
          <a:solidFill>
            <a:srgbClr val="141B49"/>
          </a:solidFill>
          <a:ln w="12700">
            <a:solidFill>
              <a:srgbClr val="2B357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0" y="196596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9052560" y="2560320"/>
            <a:ext cx="1325880" cy="0"/>
          </a:xfrm>
          <a:prstGeom prst="line">
            <a:avLst/>
          </a:prstGeom>
          <a:noFill/>
          <a:ln w="25400">
            <a:solidFill>
              <a:srgbClr val="3ED6C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27889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3ED6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046720" y="30632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B. Venkateswara Reddy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046720" y="34747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(AI &amp; ML)  |  Sec B  |  Group 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46720" y="39319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3ED6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046720" y="425196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24BQ1A4288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046720" y="449884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Venkata Siva Prasad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046720" y="487375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24BQ1A42B9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046720" y="51206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Mahesh Reddy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046720" y="549554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24BQ1A42B7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046720" y="574243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</a:t>
            </a:r>
            <a:r>
              <a:rPr lang="en-US" sz="11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Yedukondalu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Burglar / Intruder / Theft Door Alarm with Buzzer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572</Words>
  <Application>Microsoft Office PowerPoint</Application>
  <PresentationFormat>Widescreen</PresentationFormat>
  <Paragraphs>152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918688388039</cp:lastModifiedBy>
  <cp:revision>4</cp:revision>
  <dcterms:created xsi:type="dcterms:W3CDTF">2026-08-16T17:09:58Z</dcterms:created>
  <dcterms:modified xsi:type="dcterms:W3CDTF">2026-09-17T15:36:45Z</dcterms:modified>
</cp:coreProperties>
</file>